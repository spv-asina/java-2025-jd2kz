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FB60C1-F6A5-498F-A90C-CB27CF39FF90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A05535-D5AD-4E87-BE7B-04D7F5B7F50C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5C937D-9049-44F3-BDF1-AE00A1870644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811471-CB7A-464C-99B2-8B64ACDCB010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87E093-28D6-4A1F-8715-A5ED3FEFC72D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1B72D3-80CD-4031-8BB7-599ADC5BAE4F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AD5EB7-7B09-4736-BBB7-627615F19CFE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661C88E-0CE7-4766-9777-FB3680D6CBFA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1B52CD-D3DC-4D31-8B3F-9C159FC4F23C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EB90FF-869A-4ABC-91CB-8D0C01B62045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F95773-B59B-4BA0-9F52-43F1CC94AB79}" type="slidenum">
              <a:rPr b="0" lang="ru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apptractor.ru/info/articles/integriruem-rust-v-android-prilozhenie.html" TargetMode="External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apptractor.ru/info/articles/compilation.html" TargetMode="External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5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JNI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Аюшева Лемдянов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Что такое JNI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" sz="13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JNI (Java Native Interface) — это программный интерфейс в языке программирования Java, который позволяет взаимодействовать с приложениями и библиотеками, написанными на других языках программирования, таких как C, C++ или Ассемблер. JNI предоставляет возможность вызывать нативные (написанные на низкоуровневых языках) методы из кода на Java и наоборот.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62;p14" descr=""/>
          <p:cNvPicPr/>
          <p:nvPr/>
        </p:nvPicPr>
        <p:blipFill>
          <a:blip r:embed="rId1"/>
          <a:stretch/>
        </p:blipFill>
        <p:spPr>
          <a:xfrm>
            <a:off x="2108880" y="2504160"/>
            <a:ext cx="4643640" cy="20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Основная цель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ru" sz="13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Основной целью JNI является обеспечение возможности </a:t>
            </a:r>
            <a:r>
              <a:rPr b="0" lang="ru" sz="1300" strike="noStrike" u="sng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  <a:hlinkClick r:id="rId1"/>
              </a:rPr>
              <a:t>интеграции</a:t>
            </a:r>
            <a:r>
              <a:rPr b="0" lang="ru" sz="13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Arial"/>
                <a:ea typeface="Arial"/>
              </a:rPr>
              <a:t> Java-кода с кодом на нативных языках. Это может быть полезно, например, когда необходимо использовать существующую библиотеку, написанную на C или C++, в Java-приложении. JNI позволяет создавать «обёртки» (wrapper) для нативных методов, которые могут быть вызваны из Java-кода.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Как работает JNI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04920">
              <a:lnSpc>
                <a:spcPct val="115000"/>
              </a:lnSpc>
              <a:spcBef>
                <a:spcPts val="799"/>
              </a:spcBef>
              <a:buClr>
                <a:srgbClr val="000000"/>
              </a:buClr>
              <a:buFont typeface="Roboto"/>
              <a:buAutoNum type="arabicPeriod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Java хочет использовать код на другом языке: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Допустим, у вас есть Java-приложение, и вы хотите использовать какую-то функциональность, которая реализована в коде на C или C++. Например, вы хотите взаимодействовать с библиотекой, написанной на этих языках.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Roboto"/>
              <a:buAutoNum type="arabicPeriod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Объявление нативных методов: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В Java-коде вы объявляете методы с ключевым словом </a:t>
            </a:r>
            <a:r>
              <a:rPr b="0" lang="ru" sz="1200" strike="noStrike" u="none">
                <a:solidFill>
                  <a:srgbClr val="1e1e1e"/>
                </a:solidFill>
                <a:effectLst/>
                <a:highlight>
                  <a:srgbClr val="faf8f5"/>
                </a:highlight>
                <a:uFillTx/>
                <a:latin typeface="Roboto Mono"/>
                <a:ea typeface="Roboto Mono"/>
              </a:rPr>
              <a:t>native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, которые будут «мостом» к соответствующим методам в нативном коде.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Roboto"/>
              <a:buAutoNum type="arabicPeriod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Создание заглушек: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Вы используете утилиту, например, </a:t>
            </a:r>
            <a:r>
              <a:rPr b="0" lang="ru" sz="1200" strike="noStrike" u="none">
                <a:solidFill>
                  <a:srgbClr val="1e1e1e"/>
                </a:solidFill>
                <a:effectLst/>
                <a:highlight>
                  <a:srgbClr val="faf8f5"/>
                </a:highlight>
                <a:uFillTx/>
                <a:latin typeface="Roboto Mono"/>
                <a:ea typeface="Roboto Mono"/>
              </a:rPr>
              <a:t>javah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, чтобы создать заглушки для нативных методов. Эти заглушки предоставляют своего рода «инструкции» для того, как Java-методы связываются с нативными методами.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Roboto"/>
              <a:buAutoNum type="arabicPeriod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Написание кода на C/C++: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Вам нужно написать нативный код, который реализует методы, объявленные в Java. Этот код выполняет те задачи, которые вы хотите выполнить с использованием низкоуровневых языков.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Как работает JNI ч2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04920">
              <a:lnSpc>
                <a:spcPct val="115000"/>
              </a:lnSpc>
              <a:spcBef>
                <a:spcPts val="799"/>
              </a:spcBef>
              <a:buClr>
                <a:srgbClr val="000000"/>
              </a:buClr>
              <a:buFont typeface="Roboto"/>
              <a:buAutoNum type="arabicPeriod"/>
            </a:pPr>
            <a:r>
              <a:rPr b="1" lang="ru" sz="1200" strike="noStrike" u="sng">
                <a:solidFill>
                  <a:srgbClr val="ff005b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  <a:hlinkClick r:id="rId1"/>
              </a:rPr>
              <a:t>Компиляция</a:t>
            </a: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нативного кода: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Нативный код компилируется в библиотеку (например, </a:t>
            </a:r>
            <a:r>
              <a:rPr b="0" lang="ru" sz="1200" strike="noStrike" u="none">
                <a:solidFill>
                  <a:srgbClr val="1e1e1e"/>
                </a:solidFill>
                <a:effectLst/>
                <a:highlight>
                  <a:srgbClr val="faf8f5"/>
                </a:highlight>
                <a:uFillTx/>
                <a:latin typeface="Roboto Mono"/>
                <a:ea typeface="Roboto Mono"/>
              </a:rPr>
              <a:t>.so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файл в Linux или </a:t>
            </a:r>
            <a:r>
              <a:rPr b="0" lang="ru" sz="1200" strike="noStrike" u="none">
                <a:solidFill>
                  <a:srgbClr val="1e1e1e"/>
                </a:solidFill>
                <a:effectLst/>
                <a:highlight>
                  <a:srgbClr val="faf8f5"/>
                </a:highlight>
                <a:uFillTx/>
                <a:latin typeface="Roboto Mono"/>
                <a:ea typeface="Roboto Mono"/>
              </a:rPr>
              <a:t>.dll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 в Windows).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595959"/>
              </a:buClr>
              <a:buFont typeface="Arial"/>
              <a:buAutoNum type="arabicPeriod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Загрузка библиотеки в Java: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В Java-коде вы используете </a:t>
            </a:r>
            <a:r>
              <a:rPr b="0" lang="ru" sz="1100" strike="noStrike" u="none">
                <a:solidFill>
                  <a:srgbClr val="1e1e1e"/>
                </a:solidFill>
                <a:effectLst/>
                <a:highlight>
                  <a:srgbClr val="faf8f5"/>
                </a:highlight>
                <a:uFillTx/>
                <a:latin typeface="Roboto Mono"/>
                <a:ea typeface="Roboto Mono"/>
              </a:rPr>
              <a:t>System.loadLibrary("mylibrary")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, чтобы загрузить библиотеку, содержащую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Roboto"/>
              <a:buAutoNum type="arabicPeriod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Вызов нативного метода: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Теперь вы можете вызывать нативные методы в Java-коде, как если бы они были обычными Java-методами.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JNI - посредник между Java и нативным кодом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86;p18" descr=""/>
          <p:cNvPicPr/>
          <p:nvPr/>
        </p:nvPicPr>
        <p:blipFill>
          <a:blip r:embed="rId1"/>
          <a:stretch/>
        </p:blipFill>
        <p:spPr>
          <a:xfrm>
            <a:off x="1146240" y="1112400"/>
            <a:ext cx="7038720" cy="372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33120" y="228600"/>
            <a:ext cx="9022320" cy="478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33120" y="228600"/>
            <a:ext cx="9022680" cy="478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228600" y="155520"/>
            <a:ext cx="8861040" cy="487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728200" cy="480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194040" y="1143000"/>
            <a:ext cx="8492760" cy="332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721360" cy="453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48960" y="228600"/>
            <a:ext cx="8866440" cy="442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162000" y="673560"/>
            <a:ext cx="8753400" cy="412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Альтернативы JNI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939960" indent="-304920">
              <a:lnSpc>
                <a:spcPct val="115000"/>
              </a:lnSpc>
              <a:spcBef>
                <a:spcPts val="799"/>
              </a:spcBef>
              <a:buClr>
                <a:srgbClr val="000000"/>
              </a:buClr>
              <a:buFont typeface="Roboto"/>
              <a:buChar char="●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Java Native Access (JNA):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JNA — это библиотека, которая позволяет вызывать функции из динамических библиотек без необходимости явного создания заглушек, как в случае с JNI. Она предоставляет более дружелюбный интерфейс и упрощает взаимодействие с нативным кодом. В JNA нет необходимости в явном объявлении нативных методов, и она предоставляет механизм автоматического преобразования типов данных.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39960" indent="-304920">
              <a:lnSpc>
                <a:spcPct val="115000"/>
              </a:lnSpc>
              <a:buClr>
                <a:srgbClr val="000000"/>
              </a:buClr>
              <a:buFont typeface="Roboto"/>
              <a:buChar char="●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Java Native Runtime (JNR):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JNR — еще одна библиотека, предназначенная для взаимодействия с нативным кодом. Она предлагает альтернативный подход к JNA и также предоставляет более простой способ вызова функций из динамических библиотек.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Roboto"/>
              <a:buChar char="●"/>
            </a:pPr>
            <a:r>
              <a:rPr b="1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Использование других языков на платформе Java: </a:t>
            </a:r>
            <a:r>
              <a:rPr b="0" lang="ru" sz="1200" strike="noStrike" u="none">
                <a:solidFill>
                  <a:schemeClr val="dk1"/>
                </a:solidFill>
                <a:effectLst/>
                <a:highlight>
                  <a:srgbClr val="ffffff"/>
                </a:highlight>
                <a:uFillTx/>
                <a:latin typeface="Roboto"/>
                <a:ea typeface="Roboto"/>
              </a:rPr>
              <a:t>Некоторые проекты решают проблему взаимодействия с нативным кодом путем использования других языков, которые могут быть компилированы в байт-код Java. Примеры включают Kotlin Native или Scala Native.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7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2025-11-22T02:42:22Z</dcterms:modified>
  <cp:revision>1</cp:revision>
  <dc:subject/>
  <dc:title/>
</cp:coreProperties>
</file>