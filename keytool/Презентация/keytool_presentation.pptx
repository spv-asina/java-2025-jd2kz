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47460-5AB2-4C14-9F3F-59FF7B7E912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B3D76C6-6C48-49F7-9CE4-CEAF89C27F04}">
      <dgm:prSet/>
      <dgm:spPr/>
      <dgm:t>
        <a:bodyPr/>
        <a:lstStyle/>
        <a:p>
          <a:r>
            <a:rPr lang="en-US" dirty="0" err="1"/>
            <a:t>Создание</a:t>
          </a:r>
          <a:r>
            <a:rPr lang="en-US" dirty="0"/>
            <a:t> и </a:t>
          </a:r>
          <a:r>
            <a:rPr lang="en-US" dirty="0" err="1"/>
            <a:t>хранение</a:t>
          </a:r>
          <a:r>
            <a:rPr lang="en-US" dirty="0"/>
            <a:t> </a:t>
          </a:r>
          <a:r>
            <a:rPr lang="en-US" dirty="0" err="1"/>
            <a:t>ключей</a:t>
          </a:r>
          <a:endParaRPr lang="en-US" dirty="0"/>
        </a:p>
      </dgm:t>
    </dgm:pt>
    <dgm:pt modelId="{712B9BD5-40C0-4366-AFED-590FC4983218}" type="parTrans" cxnId="{0FFA69F7-E7E3-4F04-BE93-C6E52BF26C44}">
      <dgm:prSet/>
      <dgm:spPr/>
      <dgm:t>
        <a:bodyPr/>
        <a:lstStyle/>
        <a:p>
          <a:endParaRPr lang="en-US"/>
        </a:p>
      </dgm:t>
    </dgm:pt>
    <dgm:pt modelId="{34A1FB64-EDE1-45C3-83DB-443C6A5924CF}" type="sibTrans" cxnId="{0FFA69F7-E7E3-4F04-BE93-C6E52BF26C44}">
      <dgm:prSet/>
      <dgm:spPr/>
      <dgm:t>
        <a:bodyPr/>
        <a:lstStyle/>
        <a:p>
          <a:endParaRPr lang="en-US"/>
        </a:p>
      </dgm:t>
    </dgm:pt>
    <dgm:pt modelId="{BD840E53-CF6A-4187-B113-A90A617EFD41}">
      <dgm:prSet/>
      <dgm:spPr/>
      <dgm:t>
        <a:bodyPr/>
        <a:lstStyle/>
        <a:p>
          <a:r>
            <a:rPr lang="en-US" dirty="0" err="1"/>
            <a:t>Генерация</a:t>
          </a:r>
          <a:r>
            <a:rPr lang="en-US" dirty="0"/>
            <a:t> </a:t>
          </a:r>
          <a:r>
            <a:rPr lang="en-US" dirty="0" err="1"/>
            <a:t>сертификатов</a:t>
          </a:r>
          <a:endParaRPr lang="en-US" dirty="0"/>
        </a:p>
      </dgm:t>
    </dgm:pt>
    <dgm:pt modelId="{6A998CCC-75C9-4615-931A-F17AA9814EC3}" type="parTrans" cxnId="{1CC4F898-FBBB-4FAF-A934-5F1799C22B3E}">
      <dgm:prSet/>
      <dgm:spPr/>
      <dgm:t>
        <a:bodyPr/>
        <a:lstStyle/>
        <a:p>
          <a:endParaRPr lang="en-US"/>
        </a:p>
      </dgm:t>
    </dgm:pt>
    <dgm:pt modelId="{E37B71DD-29DD-4450-9053-3AD860DB871A}" type="sibTrans" cxnId="{1CC4F898-FBBB-4FAF-A934-5F1799C22B3E}">
      <dgm:prSet/>
      <dgm:spPr/>
      <dgm:t>
        <a:bodyPr/>
        <a:lstStyle/>
        <a:p>
          <a:endParaRPr lang="en-US"/>
        </a:p>
      </dgm:t>
    </dgm:pt>
    <dgm:pt modelId="{BA0A1EDB-D429-43E3-AA8C-5D8AA574F724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Импорт</a:t>
          </a:r>
          <a:r>
            <a:rPr lang="en-US" dirty="0"/>
            <a:t>/</a:t>
          </a:r>
          <a:r>
            <a:rPr lang="en-US" dirty="0" err="1"/>
            <a:t>экспорт</a:t>
          </a:r>
          <a:endParaRPr lang="en-US" dirty="0"/>
        </a:p>
      </dgm:t>
    </dgm:pt>
    <dgm:pt modelId="{59496EA6-C85D-4033-B45A-C3BDCC06F14D}" type="parTrans" cxnId="{F44F5E29-B918-448A-9F8C-C6E35411FB7A}">
      <dgm:prSet/>
      <dgm:spPr/>
      <dgm:t>
        <a:bodyPr/>
        <a:lstStyle/>
        <a:p>
          <a:endParaRPr lang="en-US"/>
        </a:p>
      </dgm:t>
    </dgm:pt>
    <dgm:pt modelId="{2C14BE2D-103E-4278-BB78-0708996B4277}" type="sibTrans" cxnId="{F44F5E29-B918-448A-9F8C-C6E35411FB7A}">
      <dgm:prSet/>
      <dgm:spPr/>
      <dgm:t>
        <a:bodyPr/>
        <a:lstStyle/>
        <a:p>
          <a:endParaRPr lang="en-US"/>
        </a:p>
      </dgm:t>
    </dgm:pt>
    <dgm:pt modelId="{66C8A52E-EF0C-4626-9244-63E26E1D57A4}">
      <dgm:prSet/>
      <dgm:spPr/>
      <dgm:t>
        <a:bodyPr/>
        <a:lstStyle/>
        <a:p>
          <a:r>
            <a:rPr lang="en-US" dirty="0" err="1"/>
            <a:t>Настройка</a:t>
          </a:r>
          <a:r>
            <a:rPr lang="en-US" dirty="0"/>
            <a:t> HTTPS</a:t>
          </a:r>
        </a:p>
      </dgm:t>
    </dgm:pt>
    <dgm:pt modelId="{760137ED-1A2F-4168-8F36-7A7EACFE84A0}" type="parTrans" cxnId="{C0AB5C3B-CF5E-4687-8FEC-93A2EB2D4008}">
      <dgm:prSet/>
      <dgm:spPr/>
      <dgm:t>
        <a:bodyPr/>
        <a:lstStyle/>
        <a:p>
          <a:endParaRPr lang="en-US"/>
        </a:p>
      </dgm:t>
    </dgm:pt>
    <dgm:pt modelId="{DC5E1CC5-CDE3-4031-9FD4-185D49935613}" type="sibTrans" cxnId="{C0AB5C3B-CF5E-4687-8FEC-93A2EB2D4008}">
      <dgm:prSet/>
      <dgm:spPr/>
      <dgm:t>
        <a:bodyPr/>
        <a:lstStyle/>
        <a:p>
          <a:endParaRPr lang="en-US"/>
        </a:p>
      </dgm:t>
    </dgm:pt>
    <dgm:pt modelId="{CF5A543E-06D2-4D2A-A466-611E70904B13}" type="pres">
      <dgm:prSet presAssocID="{85347460-5AB2-4C14-9F3F-59FF7B7E9120}" presName="diagram" presStyleCnt="0">
        <dgm:presLayoutVars>
          <dgm:dir/>
          <dgm:resizeHandles val="exact"/>
        </dgm:presLayoutVars>
      </dgm:prSet>
      <dgm:spPr/>
    </dgm:pt>
    <dgm:pt modelId="{77BC0233-184D-4EE7-A26C-622A081F76AA}" type="pres">
      <dgm:prSet presAssocID="{CB3D76C6-6C48-49F7-9CE4-CEAF89C27F04}" presName="node" presStyleLbl="node1" presStyleIdx="0" presStyleCnt="4">
        <dgm:presLayoutVars>
          <dgm:bulletEnabled val="1"/>
        </dgm:presLayoutVars>
      </dgm:prSet>
      <dgm:spPr/>
    </dgm:pt>
    <dgm:pt modelId="{368AFD28-CB65-4A8C-BCFD-BBE5BDE21379}" type="pres">
      <dgm:prSet presAssocID="{34A1FB64-EDE1-45C3-83DB-443C6A5924CF}" presName="sibTrans" presStyleCnt="0"/>
      <dgm:spPr/>
    </dgm:pt>
    <dgm:pt modelId="{78F26945-FCD7-4417-AF5A-AE51807BA89E}" type="pres">
      <dgm:prSet presAssocID="{BD840E53-CF6A-4187-B113-A90A617EFD41}" presName="node" presStyleLbl="node1" presStyleIdx="1" presStyleCnt="4">
        <dgm:presLayoutVars>
          <dgm:bulletEnabled val="1"/>
        </dgm:presLayoutVars>
      </dgm:prSet>
      <dgm:spPr/>
    </dgm:pt>
    <dgm:pt modelId="{0884E14F-F4E7-4EF8-AF22-B8AF6D603EC2}" type="pres">
      <dgm:prSet presAssocID="{E37B71DD-29DD-4450-9053-3AD860DB871A}" presName="sibTrans" presStyleCnt="0"/>
      <dgm:spPr/>
    </dgm:pt>
    <dgm:pt modelId="{F60B61B2-C4AB-4EB0-B8FC-CA4B09E31C8F}" type="pres">
      <dgm:prSet presAssocID="{BA0A1EDB-D429-43E3-AA8C-5D8AA574F724}" presName="node" presStyleLbl="node1" presStyleIdx="2" presStyleCnt="4">
        <dgm:presLayoutVars>
          <dgm:bulletEnabled val="1"/>
        </dgm:presLayoutVars>
      </dgm:prSet>
      <dgm:spPr/>
    </dgm:pt>
    <dgm:pt modelId="{07AF37F6-C471-44D0-8D1D-3ED14AB2A2F2}" type="pres">
      <dgm:prSet presAssocID="{2C14BE2D-103E-4278-BB78-0708996B4277}" presName="sibTrans" presStyleCnt="0"/>
      <dgm:spPr/>
    </dgm:pt>
    <dgm:pt modelId="{EFC54974-A736-4C65-A313-9A8249F2C364}" type="pres">
      <dgm:prSet presAssocID="{66C8A52E-EF0C-4626-9244-63E26E1D57A4}" presName="node" presStyleLbl="node1" presStyleIdx="3" presStyleCnt="4">
        <dgm:presLayoutVars>
          <dgm:bulletEnabled val="1"/>
        </dgm:presLayoutVars>
      </dgm:prSet>
      <dgm:spPr/>
    </dgm:pt>
  </dgm:ptLst>
  <dgm:cxnLst>
    <dgm:cxn modelId="{2E52940D-BAB8-4E46-BCB9-C4D022D88406}" type="presOf" srcId="{CB3D76C6-6C48-49F7-9CE4-CEAF89C27F04}" destId="{77BC0233-184D-4EE7-A26C-622A081F76AA}" srcOrd="0" destOrd="0" presId="urn:microsoft.com/office/officeart/2005/8/layout/default"/>
    <dgm:cxn modelId="{9C59121A-B4D3-450A-B012-7ECE42F8A4D2}" type="presOf" srcId="{66C8A52E-EF0C-4626-9244-63E26E1D57A4}" destId="{EFC54974-A736-4C65-A313-9A8249F2C364}" srcOrd="0" destOrd="0" presId="urn:microsoft.com/office/officeart/2005/8/layout/default"/>
    <dgm:cxn modelId="{F44F5E29-B918-448A-9F8C-C6E35411FB7A}" srcId="{85347460-5AB2-4C14-9F3F-59FF7B7E9120}" destId="{BA0A1EDB-D429-43E3-AA8C-5D8AA574F724}" srcOrd="2" destOrd="0" parTransId="{59496EA6-C85D-4033-B45A-C3BDCC06F14D}" sibTransId="{2C14BE2D-103E-4278-BB78-0708996B4277}"/>
    <dgm:cxn modelId="{C0AB5C3B-CF5E-4687-8FEC-93A2EB2D4008}" srcId="{85347460-5AB2-4C14-9F3F-59FF7B7E9120}" destId="{66C8A52E-EF0C-4626-9244-63E26E1D57A4}" srcOrd="3" destOrd="0" parTransId="{760137ED-1A2F-4168-8F36-7A7EACFE84A0}" sibTransId="{DC5E1CC5-CDE3-4031-9FD4-185D49935613}"/>
    <dgm:cxn modelId="{AC23DC7C-46BA-4A28-AD5D-C19B9C72047B}" type="presOf" srcId="{BA0A1EDB-D429-43E3-AA8C-5D8AA574F724}" destId="{F60B61B2-C4AB-4EB0-B8FC-CA4B09E31C8F}" srcOrd="0" destOrd="0" presId="urn:microsoft.com/office/officeart/2005/8/layout/default"/>
    <dgm:cxn modelId="{DFE7B386-F65F-4CEE-8D34-1D6C45188A07}" type="presOf" srcId="{85347460-5AB2-4C14-9F3F-59FF7B7E9120}" destId="{CF5A543E-06D2-4D2A-A466-611E70904B13}" srcOrd="0" destOrd="0" presId="urn:microsoft.com/office/officeart/2005/8/layout/default"/>
    <dgm:cxn modelId="{1CC4F898-FBBB-4FAF-A934-5F1799C22B3E}" srcId="{85347460-5AB2-4C14-9F3F-59FF7B7E9120}" destId="{BD840E53-CF6A-4187-B113-A90A617EFD41}" srcOrd="1" destOrd="0" parTransId="{6A998CCC-75C9-4615-931A-F17AA9814EC3}" sibTransId="{E37B71DD-29DD-4450-9053-3AD860DB871A}"/>
    <dgm:cxn modelId="{CC726AA1-8575-450A-9B0D-8B071C37FC9F}" type="presOf" srcId="{BD840E53-CF6A-4187-B113-A90A617EFD41}" destId="{78F26945-FCD7-4417-AF5A-AE51807BA89E}" srcOrd="0" destOrd="0" presId="urn:microsoft.com/office/officeart/2005/8/layout/default"/>
    <dgm:cxn modelId="{0FFA69F7-E7E3-4F04-BE93-C6E52BF26C44}" srcId="{85347460-5AB2-4C14-9F3F-59FF7B7E9120}" destId="{CB3D76C6-6C48-49F7-9CE4-CEAF89C27F04}" srcOrd="0" destOrd="0" parTransId="{712B9BD5-40C0-4366-AFED-590FC4983218}" sibTransId="{34A1FB64-EDE1-45C3-83DB-443C6A5924CF}"/>
    <dgm:cxn modelId="{05DDCF86-1CDD-44A0-866A-487BC56B41A4}" type="presParOf" srcId="{CF5A543E-06D2-4D2A-A466-611E70904B13}" destId="{77BC0233-184D-4EE7-A26C-622A081F76AA}" srcOrd="0" destOrd="0" presId="urn:microsoft.com/office/officeart/2005/8/layout/default"/>
    <dgm:cxn modelId="{93EB243B-8933-4533-B4B0-04287E907E0F}" type="presParOf" srcId="{CF5A543E-06D2-4D2A-A466-611E70904B13}" destId="{368AFD28-CB65-4A8C-BCFD-BBE5BDE21379}" srcOrd="1" destOrd="0" presId="urn:microsoft.com/office/officeart/2005/8/layout/default"/>
    <dgm:cxn modelId="{D1212557-FD71-49BB-9958-D5B5AB3A1F6C}" type="presParOf" srcId="{CF5A543E-06D2-4D2A-A466-611E70904B13}" destId="{78F26945-FCD7-4417-AF5A-AE51807BA89E}" srcOrd="2" destOrd="0" presId="urn:microsoft.com/office/officeart/2005/8/layout/default"/>
    <dgm:cxn modelId="{A3D1FA37-77C6-4B23-8437-1AADD58FBC64}" type="presParOf" srcId="{CF5A543E-06D2-4D2A-A466-611E70904B13}" destId="{0884E14F-F4E7-4EF8-AF22-B8AF6D603EC2}" srcOrd="3" destOrd="0" presId="urn:microsoft.com/office/officeart/2005/8/layout/default"/>
    <dgm:cxn modelId="{782CE065-3AD6-4945-AF8B-4348AFC342E2}" type="presParOf" srcId="{CF5A543E-06D2-4D2A-A466-611E70904B13}" destId="{F60B61B2-C4AB-4EB0-B8FC-CA4B09E31C8F}" srcOrd="4" destOrd="0" presId="urn:microsoft.com/office/officeart/2005/8/layout/default"/>
    <dgm:cxn modelId="{CBB41CD2-293D-47B9-B42C-F80E90CE9773}" type="presParOf" srcId="{CF5A543E-06D2-4D2A-A466-611E70904B13}" destId="{07AF37F6-C471-44D0-8D1D-3ED14AB2A2F2}" srcOrd="5" destOrd="0" presId="urn:microsoft.com/office/officeart/2005/8/layout/default"/>
    <dgm:cxn modelId="{B657B314-2589-4B0E-92A2-67F4C98BD35C}" type="presParOf" srcId="{CF5A543E-06D2-4D2A-A466-611E70904B13}" destId="{EFC54974-A736-4C65-A313-9A8249F2C36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854FF6-F6E0-4B73-BCDD-3D421FE4F1C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694819-520B-42B9-86D3-842BA83FB5D1}">
      <dgm:prSet/>
      <dgm:spPr/>
      <dgm:t>
        <a:bodyPr/>
        <a:lstStyle/>
        <a:p>
          <a:r>
            <a:rPr lang="en-US"/>
            <a:t>Файл, содержащий:</a:t>
          </a:r>
        </a:p>
      </dgm:t>
    </dgm:pt>
    <dgm:pt modelId="{1BEA4257-A827-4D99-9AA6-C5913BF53047}" type="parTrans" cxnId="{8E7599AF-07AA-4FC3-AC7F-D7F0934ADCD3}">
      <dgm:prSet/>
      <dgm:spPr/>
      <dgm:t>
        <a:bodyPr/>
        <a:lstStyle/>
        <a:p>
          <a:endParaRPr lang="en-US"/>
        </a:p>
      </dgm:t>
    </dgm:pt>
    <dgm:pt modelId="{4DAF19DB-93ED-47F5-A28A-D8E450A770C3}" type="sibTrans" cxnId="{8E7599AF-07AA-4FC3-AC7F-D7F0934ADCD3}">
      <dgm:prSet/>
      <dgm:spPr/>
      <dgm:t>
        <a:bodyPr/>
        <a:lstStyle/>
        <a:p>
          <a:endParaRPr lang="en-US"/>
        </a:p>
      </dgm:t>
    </dgm:pt>
    <dgm:pt modelId="{F1B59147-7914-4305-A141-1F976A0D1659}">
      <dgm:prSet/>
      <dgm:spPr/>
      <dgm:t>
        <a:bodyPr/>
        <a:lstStyle/>
        <a:p>
          <a:r>
            <a:rPr lang="en-US"/>
            <a:t>- приватные ключи</a:t>
          </a:r>
        </a:p>
      </dgm:t>
    </dgm:pt>
    <dgm:pt modelId="{31AD4B40-889E-47A3-8540-0E43986E1D51}" type="parTrans" cxnId="{8ED26F32-A076-4ECC-91ED-CA8B33BF6195}">
      <dgm:prSet/>
      <dgm:spPr/>
      <dgm:t>
        <a:bodyPr/>
        <a:lstStyle/>
        <a:p>
          <a:endParaRPr lang="en-US"/>
        </a:p>
      </dgm:t>
    </dgm:pt>
    <dgm:pt modelId="{ED0C9F41-8F0D-4E2F-88A0-F97603D0A56E}" type="sibTrans" cxnId="{8ED26F32-A076-4ECC-91ED-CA8B33BF6195}">
      <dgm:prSet/>
      <dgm:spPr/>
      <dgm:t>
        <a:bodyPr/>
        <a:lstStyle/>
        <a:p>
          <a:endParaRPr lang="en-US"/>
        </a:p>
      </dgm:t>
    </dgm:pt>
    <dgm:pt modelId="{99EFD37C-AEF3-45E8-9560-5B63270FDC37}">
      <dgm:prSet/>
      <dgm:spPr/>
      <dgm:t>
        <a:bodyPr/>
        <a:lstStyle/>
        <a:p>
          <a:r>
            <a:rPr lang="en-US"/>
            <a:t>- сертификаты</a:t>
          </a:r>
        </a:p>
      </dgm:t>
    </dgm:pt>
    <dgm:pt modelId="{0AAA3E94-4D8E-446C-A392-A0E95C6AB7CC}" type="parTrans" cxnId="{CE0DE126-C974-4404-8AA7-475B2A19DE5F}">
      <dgm:prSet/>
      <dgm:spPr/>
      <dgm:t>
        <a:bodyPr/>
        <a:lstStyle/>
        <a:p>
          <a:endParaRPr lang="en-US"/>
        </a:p>
      </dgm:t>
    </dgm:pt>
    <dgm:pt modelId="{B0A80D4F-411D-4B80-9E10-3C788910D250}" type="sibTrans" cxnId="{CE0DE126-C974-4404-8AA7-475B2A19DE5F}">
      <dgm:prSet/>
      <dgm:spPr/>
      <dgm:t>
        <a:bodyPr/>
        <a:lstStyle/>
        <a:p>
          <a:endParaRPr lang="en-US"/>
        </a:p>
      </dgm:t>
    </dgm:pt>
    <dgm:pt modelId="{12F61CFA-A5DC-45BD-8FB7-D71CD543C5AC}">
      <dgm:prSet/>
      <dgm:spPr/>
      <dgm:t>
        <a:bodyPr/>
        <a:lstStyle/>
        <a:p>
          <a:r>
            <a:rPr lang="en-US"/>
            <a:t>- цепочки доверия</a:t>
          </a:r>
        </a:p>
      </dgm:t>
    </dgm:pt>
    <dgm:pt modelId="{8CA9DD85-3007-437A-88F8-2BCA766A5C86}" type="parTrans" cxnId="{54A694A1-ABCD-417A-B46A-79D4A4DD0FEB}">
      <dgm:prSet/>
      <dgm:spPr/>
      <dgm:t>
        <a:bodyPr/>
        <a:lstStyle/>
        <a:p>
          <a:endParaRPr lang="en-US"/>
        </a:p>
      </dgm:t>
    </dgm:pt>
    <dgm:pt modelId="{4DF39F0E-E1BB-413B-BBC3-C59AF2AC79E4}" type="sibTrans" cxnId="{54A694A1-ABCD-417A-B46A-79D4A4DD0FEB}">
      <dgm:prSet/>
      <dgm:spPr/>
      <dgm:t>
        <a:bodyPr/>
        <a:lstStyle/>
        <a:p>
          <a:endParaRPr lang="en-US"/>
        </a:p>
      </dgm:t>
    </dgm:pt>
    <dgm:pt modelId="{E5EB5B93-5B85-478B-AF9A-F1377423B760}" type="pres">
      <dgm:prSet presAssocID="{EF854FF6-F6E0-4B73-BCDD-3D421FE4F1C1}" presName="linear" presStyleCnt="0">
        <dgm:presLayoutVars>
          <dgm:animLvl val="lvl"/>
          <dgm:resizeHandles val="exact"/>
        </dgm:presLayoutVars>
      </dgm:prSet>
      <dgm:spPr/>
    </dgm:pt>
    <dgm:pt modelId="{B7640301-AE2E-4D47-BDE7-C7FACAE54DAC}" type="pres">
      <dgm:prSet presAssocID="{3A694819-520B-42B9-86D3-842BA83FB5D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D7C7CCF-5E24-4234-81FA-92017AC6C4C2}" type="pres">
      <dgm:prSet presAssocID="{3A694819-520B-42B9-86D3-842BA83FB5D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0CF5125-2F84-4263-8E57-5131CFC7B6D0}" type="presOf" srcId="{EF854FF6-F6E0-4B73-BCDD-3D421FE4F1C1}" destId="{E5EB5B93-5B85-478B-AF9A-F1377423B760}" srcOrd="0" destOrd="0" presId="urn:microsoft.com/office/officeart/2005/8/layout/vList2"/>
    <dgm:cxn modelId="{CE0DE126-C974-4404-8AA7-475B2A19DE5F}" srcId="{3A694819-520B-42B9-86D3-842BA83FB5D1}" destId="{99EFD37C-AEF3-45E8-9560-5B63270FDC37}" srcOrd="1" destOrd="0" parTransId="{0AAA3E94-4D8E-446C-A392-A0E95C6AB7CC}" sibTransId="{B0A80D4F-411D-4B80-9E10-3C788910D250}"/>
    <dgm:cxn modelId="{EC168D2B-BB3A-4391-85D3-E35B41FE88A0}" type="presOf" srcId="{3A694819-520B-42B9-86D3-842BA83FB5D1}" destId="{B7640301-AE2E-4D47-BDE7-C7FACAE54DAC}" srcOrd="0" destOrd="0" presId="urn:microsoft.com/office/officeart/2005/8/layout/vList2"/>
    <dgm:cxn modelId="{8ED26F32-A076-4ECC-91ED-CA8B33BF6195}" srcId="{3A694819-520B-42B9-86D3-842BA83FB5D1}" destId="{F1B59147-7914-4305-A141-1F976A0D1659}" srcOrd="0" destOrd="0" parTransId="{31AD4B40-889E-47A3-8540-0E43986E1D51}" sibTransId="{ED0C9F41-8F0D-4E2F-88A0-F97603D0A56E}"/>
    <dgm:cxn modelId="{3D324A95-B565-42CE-B45E-F9B58F03E7C2}" type="presOf" srcId="{F1B59147-7914-4305-A141-1F976A0D1659}" destId="{6D7C7CCF-5E24-4234-81FA-92017AC6C4C2}" srcOrd="0" destOrd="0" presId="urn:microsoft.com/office/officeart/2005/8/layout/vList2"/>
    <dgm:cxn modelId="{F0D9B79F-DDC9-46BA-A5A0-BC9A74DAD256}" type="presOf" srcId="{12F61CFA-A5DC-45BD-8FB7-D71CD543C5AC}" destId="{6D7C7CCF-5E24-4234-81FA-92017AC6C4C2}" srcOrd="0" destOrd="2" presId="urn:microsoft.com/office/officeart/2005/8/layout/vList2"/>
    <dgm:cxn modelId="{54A694A1-ABCD-417A-B46A-79D4A4DD0FEB}" srcId="{3A694819-520B-42B9-86D3-842BA83FB5D1}" destId="{12F61CFA-A5DC-45BD-8FB7-D71CD543C5AC}" srcOrd="2" destOrd="0" parTransId="{8CA9DD85-3007-437A-88F8-2BCA766A5C86}" sibTransId="{4DF39F0E-E1BB-413B-BBC3-C59AF2AC79E4}"/>
    <dgm:cxn modelId="{8E7599AF-07AA-4FC3-AC7F-D7F0934ADCD3}" srcId="{EF854FF6-F6E0-4B73-BCDD-3D421FE4F1C1}" destId="{3A694819-520B-42B9-86D3-842BA83FB5D1}" srcOrd="0" destOrd="0" parTransId="{1BEA4257-A827-4D99-9AA6-C5913BF53047}" sibTransId="{4DAF19DB-93ED-47F5-A28A-D8E450A770C3}"/>
    <dgm:cxn modelId="{1E0CF1B9-8892-4F16-8B67-64AA943F735A}" type="presOf" srcId="{99EFD37C-AEF3-45E8-9560-5B63270FDC37}" destId="{6D7C7CCF-5E24-4234-81FA-92017AC6C4C2}" srcOrd="0" destOrd="1" presId="urn:microsoft.com/office/officeart/2005/8/layout/vList2"/>
    <dgm:cxn modelId="{210342CD-79E0-457F-811A-620BE3AD2B60}" type="presParOf" srcId="{E5EB5B93-5B85-478B-AF9A-F1377423B760}" destId="{B7640301-AE2E-4D47-BDE7-C7FACAE54DAC}" srcOrd="0" destOrd="0" presId="urn:microsoft.com/office/officeart/2005/8/layout/vList2"/>
    <dgm:cxn modelId="{785FE479-CB96-4070-9D98-74F201FE47CB}" type="presParOf" srcId="{E5EB5B93-5B85-478B-AF9A-F1377423B760}" destId="{6D7C7CCF-5E24-4234-81FA-92017AC6C4C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7E0FBF-C6BF-41D0-B8D5-FFBB27A173E5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EF65C7-40B5-47B4-AB69-891A5FC43387}">
      <dgm:prSet/>
      <dgm:spPr/>
      <dgm:t>
        <a:bodyPr/>
        <a:lstStyle/>
        <a:p>
          <a:r>
            <a:rPr lang="en-US"/>
            <a:t>• Подпись JAR-файлов</a:t>
          </a:r>
        </a:p>
      </dgm:t>
    </dgm:pt>
    <dgm:pt modelId="{69774A73-6A15-455C-BD05-C61704EB7A93}" type="parTrans" cxnId="{A626496B-1278-4E05-B4B9-188BE59BC4A1}">
      <dgm:prSet/>
      <dgm:spPr/>
      <dgm:t>
        <a:bodyPr/>
        <a:lstStyle/>
        <a:p>
          <a:endParaRPr lang="en-US"/>
        </a:p>
      </dgm:t>
    </dgm:pt>
    <dgm:pt modelId="{BDB24193-0333-4506-B09C-0005DD1EDD46}" type="sibTrans" cxnId="{A626496B-1278-4E05-B4B9-188BE59BC4A1}">
      <dgm:prSet/>
      <dgm:spPr/>
      <dgm:t>
        <a:bodyPr/>
        <a:lstStyle/>
        <a:p>
          <a:endParaRPr lang="en-US"/>
        </a:p>
      </dgm:t>
    </dgm:pt>
    <dgm:pt modelId="{1298694B-1F3D-4C85-917B-0E0EED80A4DD}">
      <dgm:prSet/>
      <dgm:spPr/>
      <dgm:t>
        <a:bodyPr/>
        <a:lstStyle/>
        <a:p>
          <a:r>
            <a:rPr lang="en-US"/>
            <a:t>• Настройка HTTPS</a:t>
          </a:r>
        </a:p>
      </dgm:t>
    </dgm:pt>
    <dgm:pt modelId="{CFE1EB4B-74D2-4C05-B88B-66F5192EF94D}" type="parTrans" cxnId="{2E371A73-23F2-4FFF-9A8B-B0CC83704196}">
      <dgm:prSet/>
      <dgm:spPr/>
      <dgm:t>
        <a:bodyPr/>
        <a:lstStyle/>
        <a:p>
          <a:endParaRPr lang="en-US"/>
        </a:p>
      </dgm:t>
    </dgm:pt>
    <dgm:pt modelId="{A260BE53-5EA9-492B-9D45-3F9ECA545912}" type="sibTrans" cxnId="{2E371A73-23F2-4FFF-9A8B-B0CC83704196}">
      <dgm:prSet/>
      <dgm:spPr/>
      <dgm:t>
        <a:bodyPr/>
        <a:lstStyle/>
        <a:p>
          <a:endParaRPr lang="en-US"/>
        </a:p>
      </dgm:t>
    </dgm:pt>
    <dgm:pt modelId="{DDA5F523-E3F0-4CF7-AC75-6AD9777E429B}">
      <dgm:prSet/>
      <dgm:spPr/>
      <dgm:t>
        <a:bodyPr/>
        <a:lstStyle/>
        <a:p>
          <a:r>
            <a:rPr lang="en-US"/>
            <a:t>• SSL/TLS</a:t>
          </a:r>
        </a:p>
      </dgm:t>
    </dgm:pt>
    <dgm:pt modelId="{7E2DA93B-8F46-4243-ACA9-C9E2B5D3F9FB}" type="parTrans" cxnId="{684AB44E-1990-47FB-8900-DAB0278660E8}">
      <dgm:prSet/>
      <dgm:spPr/>
      <dgm:t>
        <a:bodyPr/>
        <a:lstStyle/>
        <a:p>
          <a:endParaRPr lang="en-US"/>
        </a:p>
      </dgm:t>
    </dgm:pt>
    <dgm:pt modelId="{993D1C2A-38FF-4430-80E3-91C6015C6E1F}" type="sibTrans" cxnId="{684AB44E-1990-47FB-8900-DAB0278660E8}">
      <dgm:prSet/>
      <dgm:spPr/>
      <dgm:t>
        <a:bodyPr/>
        <a:lstStyle/>
        <a:p>
          <a:endParaRPr lang="en-US"/>
        </a:p>
      </dgm:t>
    </dgm:pt>
    <dgm:pt modelId="{627EC359-4881-4859-AC24-96C60554B2BF}">
      <dgm:prSet/>
      <dgm:spPr/>
      <dgm:t>
        <a:bodyPr/>
        <a:lstStyle/>
        <a:p>
          <a:r>
            <a:rPr lang="en-US"/>
            <a:t>• Android Keystore</a:t>
          </a:r>
        </a:p>
      </dgm:t>
    </dgm:pt>
    <dgm:pt modelId="{4CE0B2D5-1C6C-4EAE-BE3E-38CAE8D3AABB}" type="parTrans" cxnId="{5C6843F2-2176-4CF0-B827-22A9F15F2180}">
      <dgm:prSet/>
      <dgm:spPr/>
      <dgm:t>
        <a:bodyPr/>
        <a:lstStyle/>
        <a:p>
          <a:endParaRPr lang="en-US"/>
        </a:p>
      </dgm:t>
    </dgm:pt>
    <dgm:pt modelId="{0489CA55-D249-47A3-9074-AD94E13E81F4}" type="sibTrans" cxnId="{5C6843F2-2176-4CF0-B827-22A9F15F2180}">
      <dgm:prSet/>
      <dgm:spPr/>
      <dgm:t>
        <a:bodyPr/>
        <a:lstStyle/>
        <a:p>
          <a:endParaRPr lang="en-US"/>
        </a:p>
      </dgm:t>
    </dgm:pt>
    <dgm:pt modelId="{F40671D2-A893-496E-9B38-F658FBAAD750}" type="pres">
      <dgm:prSet presAssocID="{627E0FBF-C6BF-41D0-B8D5-FFBB27A173E5}" presName="Name0" presStyleCnt="0">
        <dgm:presLayoutVars>
          <dgm:dir/>
          <dgm:animLvl val="lvl"/>
          <dgm:resizeHandles val="exact"/>
        </dgm:presLayoutVars>
      </dgm:prSet>
      <dgm:spPr/>
    </dgm:pt>
    <dgm:pt modelId="{7969D7BB-5EF9-4E32-9E03-C83D9C3C08DC}" type="pres">
      <dgm:prSet presAssocID="{F2EF65C7-40B5-47B4-AB69-891A5FC43387}" presName="linNode" presStyleCnt="0"/>
      <dgm:spPr/>
    </dgm:pt>
    <dgm:pt modelId="{2D29A868-DCB8-48DC-B4BA-85E36A964865}" type="pres">
      <dgm:prSet presAssocID="{F2EF65C7-40B5-47B4-AB69-891A5FC4338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BC41780-9C7B-4D00-B834-9D785397F03B}" type="pres">
      <dgm:prSet presAssocID="{BDB24193-0333-4506-B09C-0005DD1EDD46}" presName="sp" presStyleCnt="0"/>
      <dgm:spPr/>
    </dgm:pt>
    <dgm:pt modelId="{675D85F8-3D3B-4366-9612-DB2336315867}" type="pres">
      <dgm:prSet presAssocID="{1298694B-1F3D-4C85-917B-0E0EED80A4DD}" presName="linNode" presStyleCnt="0"/>
      <dgm:spPr/>
    </dgm:pt>
    <dgm:pt modelId="{9BA99174-3739-471C-8066-B8CE3DF1ABBE}" type="pres">
      <dgm:prSet presAssocID="{1298694B-1F3D-4C85-917B-0E0EED80A4D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ABA1378-5DD4-456F-A16E-DC6734E8CFC8}" type="pres">
      <dgm:prSet presAssocID="{A260BE53-5EA9-492B-9D45-3F9ECA545912}" presName="sp" presStyleCnt="0"/>
      <dgm:spPr/>
    </dgm:pt>
    <dgm:pt modelId="{63FBFF87-A0D1-4663-B50F-42F13A67EC45}" type="pres">
      <dgm:prSet presAssocID="{DDA5F523-E3F0-4CF7-AC75-6AD9777E429B}" presName="linNode" presStyleCnt="0"/>
      <dgm:spPr/>
    </dgm:pt>
    <dgm:pt modelId="{84246854-85EC-4461-8AF8-31D6A7E66C7B}" type="pres">
      <dgm:prSet presAssocID="{DDA5F523-E3F0-4CF7-AC75-6AD9777E429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6501D7B-FEEA-4821-BDBB-8BCE04DA4729}" type="pres">
      <dgm:prSet presAssocID="{993D1C2A-38FF-4430-80E3-91C6015C6E1F}" presName="sp" presStyleCnt="0"/>
      <dgm:spPr/>
    </dgm:pt>
    <dgm:pt modelId="{E03CB494-FE60-4CB3-8926-1F6F3BD4B50B}" type="pres">
      <dgm:prSet presAssocID="{627EC359-4881-4859-AC24-96C60554B2BF}" presName="linNode" presStyleCnt="0"/>
      <dgm:spPr/>
    </dgm:pt>
    <dgm:pt modelId="{D721A50C-93C5-4A89-B561-BE88C4FBCF8E}" type="pres">
      <dgm:prSet presAssocID="{627EC359-4881-4859-AC24-96C60554B2B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AAB7A25-F006-48F7-AFEB-A633D912F8AC}" type="presOf" srcId="{627EC359-4881-4859-AC24-96C60554B2BF}" destId="{D721A50C-93C5-4A89-B561-BE88C4FBCF8E}" srcOrd="0" destOrd="0" presId="urn:microsoft.com/office/officeart/2005/8/layout/vList5"/>
    <dgm:cxn modelId="{34A4B23E-CB3A-432F-846F-746D8A16A00F}" type="presOf" srcId="{DDA5F523-E3F0-4CF7-AC75-6AD9777E429B}" destId="{84246854-85EC-4461-8AF8-31D6A7E66C7B}" srcOrd="0" destOrd="0" presId="urn:microsoft.com/office/officeart/2005/8/layout/vList5"/>
    <dgm:cxn modelId="{F07CCE64-AEC5-44F0-89DA-EE85355CBF87}" type="presOf" srcId="{627E0FBF-C6BF-41D0-B8D5-FFBB27A173E5}" destId="{F40671D2-A893-496E-9B38-F658FBAAD750}" srcOrd="0" destOrd="0" presId="urn:microsoft.com/office/officeart/2005/8/layout/vList5"/>
    <dgm:cxn modelId="{A626496B-1278-4E05-B4B9-188BE59BC4A1}" srcId="{627E0FBF-C6BF-41D0-B8D5-FFBB27A173E5}" destId="{F2EF65C7-40B5-47B4-AB69-891A5FC43387}" srcOrd="0" destOrd="0" parTransId="{69774A73-6A15-455C-BD05-C61704EB7A93}" sibTransId="{BDB24193-0333-4506-B09C-0005DD1EDD46}"/>
    <dgm:cxn modelId="{3B40686E-CB68-4CFC-AC92-3036220FF553}" type="presOf" srcId="{1298694B-1F3D-4C85-917B-0E0EED80A4DD}" destId="{9BA99174-3739-471C-8066-B8CE3DF1ABBE}" srcOrd="0" destOrd="0" presId="urn:microsoft.com/office/officeart/2005/8/layout/vList5"/>
    <dgm:cxn modelId="{684AB44E-1990-47FB-8900-DAB0278660E8}" srcId="{627E0FBF-C6BF-41D0-B8D5-FFBB27A173E5}" destId="{DDA5F523-E3F0-4CF7-AC75-6AD9777E429B}" srcOrd="2" destOrd="0" parTransId="{7E2DA93B-8F46-4243-ACA9-C9E2B5D3F9FB}" sibTransId="{993D1C2A-38FF-4430-80E3-91C6015C6E1F}"/>
    <dgm:cxn modelId="{2E371A73-23F2-4FFF-9A8B-B0CC83704196}" srcId="{627E0FBF-C6BF-41D0-B8D5-FFBB27A173E5}" destId="{1298694B-1F3D-4C85-917B-0E0EED80A4DD}" srcOrd="1" destOrd="0" parTransId="{CFE1EB4B-74D2-4C05-B88B-66F5192EF94D}" sibTransId="{A260BE53-5EA9-492B-9D45-3F9ECA545912}"/>
    <dgm:cxn modelId="{EB89FAE7-BE76-44A6-A7FF-D26D2B11D662}" type="presOf" srcId="{F2EF65C7-40B5-47B4-AB69-891A5FC43387}" destId="{2D29A868-DCB8-48DC-B4BA-85E36A964865}" srcOrd="0" destOrd="0" presId="urn:microsoft.com/office/officeart/2005/8/layout/vList5"/>
    <dgm:cxn modelId="{5C6843F2-2176-4CF0-B827-22A9F15F2180}" srcId="{627E0FBF-C6BF-41D0-B8D5-FFBB27A173E5}" destId="{627EC359-4881-4859-AC24-96C60554B2BF}" srcOrd="3" destOrd="0" parTransId="{4CE0B2D5-1C6C-4EAE-BE3E-38CAE8D3AABB}" sibTransId="{0489CA55-D249-47A3-9074-AD94E13E81F4}"/>
    <dgm:cxn modelId="{206CA4CA-7255-4EF5-AA58-2D0E9AFE68AC}" type="presParOf" srcId="{F40671D2-A893-496E-9B38-F658FBAAD750}" destId="{7969D7BB-5EF9-4E32-9E03-C83D9C3C08DC}" srcOrd="0" destOrd="0" presId="urn:microsoft.com/office/officeart/2005/8/layout/vList5"/>
    <dgm:cxn modelId="{27B05A7A-F376-4902-98CD-CE62FF383F03}" type="presParOf" srcId="{7969D7BB-5EF9-4E32-9E03-C83D9C3C08DC}" destId="{2D29A868-DCB8-48DC-B4BA-85E36A964865}" srcOrd="0" destOrd="0" presId="urn:microsoft.com/office/officeart/2005/8/layout/vList5"/>
    <dgm:cxn modelId="{989C817F-383F-41A1-8221-ACCECE953E81}" type="presParOf" srcId="{F40671D2-A893-496E-9B38-F658FBAAD750}" destId="{2BC41780-9C7B-4D00-B834-9D785397F03B}" srcOrd="1" destOrd="0" presId="urn:microsoft.com/office/officeart/2005/8/layout/vList5"/>
    <dgm:cxn modelId="{933EE0B1-B1CA-4042-BA1B-CAE0B8A16964}" type="presParOf" srcId="{F40671D2-A893-496E-9B38-F658FBAAD750}" destId="{675D85F8-3D3B-4366-9612-DB2336315867}" srcOrd="2" destOrd="0" presId="urn:microsoft.com/office/officeart/2005/8/layout/vList5"/>
    <dgm:cxn modelId="{FA9B0A86-5476-4E8B-B633-5623DBFB36E9}" type="presParOf" srcId="{675D85F8-3D3B-4366-9612-DB2336315867}" destId="{9BA99174-3739-471C-8066-B8CE3DF1ABBE}" srcOrd="0" destOrd="0" presId="urn:microsoft.com/office/officeart/2005/8/layout/vList5"/>
    <dgm:cxn modelId="{252144E9-B428-454C-AE4F-885477191894}" type="presParOf" srcId="{F40671D2-A893-496E-9B38-F658FBAAD750}" destId="{FABA1378-5DD4-456F-A16E-DC6734E8CFC8}" srcOrd="3" destOrd="0" presId="urn:microsoft.com/office/officeart/2005/8/layout/vList5"/>
    <dgm:cxn modelId="{3BB88621-06A5-497D-998F-6784F3FCD66F}" type="presParOf" srcId="{F40671D2-A893-496E-9B38-F658FBAAD750}" destId="{63FBFF87-A0D1-4663-B50F-42F13A67EC45}" srcOrd="4" destOrd="0" presId="urn:microsoft.com/office/officeart/2005/8/layout/vList5"/>
    <dgm:cxn modelId="{BF89E65B-CCFB-4239-961C-4557A5697F1C}" type="presParOf" srcId="{63FBFF87-A0D1-4663-B50F-42F13A67EC45}" destId="{84246854-85EC-4461-8AF8-31D6A7E66C7B}" srcOrd="0" destOrd="0" presId="urn:microsoft.com/office/officeart/2005/8/layout/vList5"/>
    <dgm:cxn modelId="{42FF585C-FD61-4AF7-99ED-0BE1D26003AA}" type="presParOf" srcId="{F40671D2-A893-496E-9B38-F658FBAAD750}" destId="{16501D7B-FEEA-4821-BDBB-8BCE04DA4729}" srcOrd="5" destOrd="0" presId="urn:microsoft.com/office/officeart/2005/8/layout/vList5"/>
    <dgm:cxn modelId="{D75DF0AC-D937-4394-B958-3F711C2266BB}" type="presParOf" srcId="{F40671D2-A893-496E-9B38-F658FBAAD750}" destId="{E03CB494-FE60-4CB3-8926-1F6F3BD4B50B}" srcOrd="6" destOrd="0" presId="urn:microsoft.com/office/officeart/2005/8/layout/vList5"/>
    <dgm:cxn modelId="{03A6747F-2DB3-4407-880B-1A24659D3DE8}" type="presParOf" srcId="{E03CB494-FE60-4CB3-8926-1F6F3BD4B50B}" destId="{D721A50C-93C5-4A89-B561-BE88C4FBCF8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D2DAF3-14BB-4509-8C5A-0C62317B23C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1AAA2E-8243-4028-91EF-D207B4FF4FCA}">
      <dgm:prSet/>
      <dgm:spPr/>
      <dgm:t>
        <a:bodyPr/>
        <a:lstStyle/>
        <a:p>
          <a:r>
            <a:rPr lang="en-US"/>
            <a:t>• Используйте RSA 2048+</a:t>
          </a:r>
        </a:p>
      </dgm:t>
    </dgm:pt>
    <dgm:pt modelId="{BB09CD9A-79DD-42B2-A684-289CB082F042}" type="parTrans" cxnId="{99535328-2B7C-40FD-B160-3E56C915EF07}">
      <dgm:prSet/>
      <dgm:spPr/>
      <dgm:t>
        <a:bodyPr/>
        <a:lstStyle/>
        <a:p>
          <a:endParaRPr lang="en-US"/>
        </a:p>
      </dgm:t>
    </dgm:pt>
    <dgm:pt modelId="{F7D934BD-1DD8-457E-A487-ECA1BAF6B3A6}" type="sibTrans" cxnId="{99535328-2B7C-40FD-B160-3E56C915EF07}">
      <dgm:prSet/>
      <dgm:spPr/>
      <dgm:t>
        <a:bodyPr/>
        <a:lstStyle/>
        <a:p>
          <a:endParaRPr lang="en-US"/>
        </a:p>
      </dgm:t>
    </dgm:pt>
    <dgm:pt modelId="{ACB2636D-E3C4-4416-97CB-D7B567A9F0C8}">
      <dgm:prSet/>
      <dgm:spPr/>
      <dgm:t>
        <a:bodyPr/>
        <a:lstStyle/>
        <a:p>
          <a:r>
            <a:rPr lang="en-US"/>
            <a:t>• Меняйте пароли</a:t>
          </a:r>
        </a:p>
      </dgm:t>
    </dgm:pt>
    <dgm:pt modelId="{6D7C509A-6D2C-487A-89E8-67B09F41DB11}" type="parTrans" cxnId="{5C953899-16DF-4E75-97B3-33C73CA92F06}">
      <dgm:prSet/>
      <dgm:spPr/>
      <dgm:t>
        <a:bodyPr/>
        <a:lstStyle/>
        <a:p>
          <a:endParaRPr lang="en-US"/>
        </a:p>
      </dgm:t>
    </dgm:pt>
    <dgm:pt modelId="{E7AF428E-4E0B-4C02-89A1-B5F6ABB0F2A8}" type="sibTrans" cxnId="{5C953899-16DF-4E75-97B3-33C73CA92F06}">
      <dgm:prSet/>
      <dgm:spPr/>
      <dgm:t>
        <a:bodyPr/>
        <a:lstStyle/>
        <a:p>
          <a:endParaRPr lang="en-US"/>
        </a:p>
      </dgm:t>
    </dgm:pt>
    <dgm:pt modelId="{F1E2B785-8E62-4360-9C83-EEDA2F45C5E5}">
      <dgm:prSet/>
      <dgm:spPr/>
      <dgm:t>
        <a:bodyPr/>
        <a:lstStyle/>
        <a:p>
          <a:r>
            <a:rPr lang="en-US"/>
            <a:t>• Не храните .jks в репозитории</a:t>
          </a:r>
        </a:p>
      </dgm:t>
    </dgm:pt>
    <dgm:pt modelId="{75C17BAE-C744-4AA0-95CC-428B7992C419}" type="parTrans" cxnId="{B23F6C10-1E2E-4A23-8C4B-F56E0443A9ED}">
      <dgm:prSet/>
      <dgm:spPr/>
      <dgm:t>
        <a:bodyPr/>
        <a:lstStyle/>
        <a:p>
          <a:endParaRPr lang="en-US"/>
        </a:p>
      </dgm:t>
    </dgm:pt>
    <dgm:pt modelId="{4ACD1351-C839-4641-907A-AC7CA04B6FE7}" type="sibTrans" cxnId="{B23F6C10-1E2E-4A23-8C4B-F56E0443A9ED}">
      <dgm:prSet/>
      <dgm:spPr/>
      <dgm:t>
        <a:bodyPr/>
        <a:lstStyle/>
        <a:p>
          <a:endParaRPr lang="en-US"/>
        </a:p>
      </dgm:t>
    </dgm:pt>
    <dgm:pt modelId="{B6C8B5DF-6CA4-4BE6-9CE5-FFBD8F3E654E}">
      <dgm:prSet/>
      <dgm:spPr/>
      <dgm:t>
        <a:bodyPr/>
        <a:lstStyle/>
        <a:p>
          <a:r>
            <a:rPr lang="en-US"/>
            <a:t>• Используйте PKCS12</a:t>
          </a:r>
        </a:p>
      </dgm:t>
    </dgm:pt>
    <dgm:pt modelId="{E1AF9D24-7DEA-4887-8F2E-7C5C3EBDD0E0}" type="parTrans" cxnId="{60077B9E-ECD8-4E7B-89B3-8FE361D3459F}">
      <dgm:prSet/>
      <dgm:spPr/>
      <dgm:t>
        <a:bodyPr/>
        <a:lstStyle/>
        <a:p>
          <a:endParaRPr lang="en-US"/>
        </a:p>
      </dgm:t>
    </dgm:pt>
    <dgm:pt modelId="{CD986875-F9E8-430B-8157-EE7985AD32C1}" type="sibTrans" cxnId="{60077B9E-ECD8-4E7B-89B3-8FE361D3459F}">
      <dgm:prSet/>
      <dgm:spPr/>
      <dgm:t>
        <a:bodyPr/>
        <a:lstStyle/>
        <a:p>
          <a:endParaRPr lang="en-US"/>
        </a:p>
      </dgm:t>
    </dgm:pt>
    <dgm:pt modelId="{B697010F-B1A9-446D-B4A5-131EC12C4D26}" type="pres">
      <dgm:prSet presAssocID="{FCD2DAF3-14BB-4509-8C5A-0C62317B23C3}" presName="linear" presStyleCnt="0">
        <dgm:presLayoutVars>
          <dgm:animLvl val="lvl"/>
          <dgm:resizeHandles val="exact"/>
        </dgm:presLayoutVars>
      </dgm:prSet>
      <dgm:spPr/>
    </dgm:pt>
    <dgm:pt modelId="{7C9C6AA5-C6BB-4B05-8F46-5563FF55B134}" type="pres">
      <dgm:prSet presAssocID="{6A1AAA2E-8243-4028-91EF-D207B4FF4F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4AD544-5135-475B-B8ED-0E69E8936CC5}" type="pres">
      <dgm:prSet presAssocID="{F7D934BD-1DD8-457E-A487-ECA1BAF6B3A6}" presName="spacer" presStyleCnt="0"/>
      <dgm:spPr/>
    </dgm:pt>
    <dgm:pt modelId="{E9657747-1B7E-47EE-9111-C1CF7C878D00}" type="pres">
      <dgm:prSet presAssocID="{ACB2636D-E3C4-4416-97CB-D7B567A9F0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6C7E90-6473-43DC-B496-99145CDA5064}" type="pres">
      <dgm:prSet presAssocID="{E7AF428E-4E0B-4C02-89A1-B5F6ABB0F2A8}" presName="spacer" presStyleCnt="0"/>
      <dgm:spPr/>
    </dgm:pt>
    <dgm:pt modelId="{B79D3B22-A636-4759-9157-0629D6780595}" type="pres">
      <dgm:prSet presAssocID="{F1E2B785-8E62-4360-9C83-EEDA2F45C5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18A982-7906-4A1C-BC82-8F3567D318A8}" type="pres">
      <dgm:prSet presAssocID="{4ACD1351-C839-4641-907A-AC7CA04B6FE7}" presName="spacer" presStyleCnt="0"/>
      <dgm:spPr/>
    </dgm:pt>
    <dgm:pt modelId="{FF3928EE-1DF4-49D6-9E30-CD31F538BD8D}" type="pres">
      <dgm:prSet presAssocID="{B6C8B5DF-6CA4-4BE6-9CE5-FFBD8F3E65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3F6C10-1E2E-4A23-8C4B-F56E0443A9ED}" srcId="{FCD2DAF3-14BB-4509-8C5A-0C62317B23C3}" destId="{F1E2B785-8E62-4360-9C83-EEDA2F45C5E5}" srcOrd="2" destOrd="0" parTransId="{75C17BAE-C744-4AA0-95CC-428B7992C419}" sibTransId="{4ACD1351-C839-4641-907A-AC7CA04B6FE7}"/>
    <dgm:cxn modelId="{99535328-2B7C-40FD-B160-3E56C915EF07}" srcId="{FCD2DAF3-14BB-4509-8C5A-0C62317B23C3}" destId="{6A1AAA2E-8243-4028-91EF-D207B4FF4FCA}" srcOrd="0" destOrd="0" parTransId="{BB09CD9A-79DD-42B2-A684-289CB082F042}" sibTransId="{F7D934BD-1DD8-457E-A487-ECA1BAF6B3A6}"/>
    <dgm:cxn modelId="{74A32343-F60F-4A5A-B7EC-1EB0D48A5F8E}" type="presOf" srcId="{FCD2DAF3-14BB-4509-8C5A-0C62317B23C3}" destId="{B697010F-B1A9-446D-B4A5-131EC12C4D26}" srcOrd="0" destOrd="0" presId="urn:microsoft.com/office/officeart/2005/8/layout/vList2"/>
    <dgm:cxn modelId="{5C953899-16DF-4E75-97B3-33C73CA92F06}" srcId="{FCD2DAF3-14BB-4509-8C5A-0C62317B23C3}" destId="{ACB2636D-E3C4-4416-97CB-D7B567A9F0C8}" srcOrd="1" destOrd="0" parTransId="{6D7C509A-6D2C-487A-89E8-67B09F41DB11}" sibTransId="{E7AF428E-4E0B-4C02-89A1-B5F6ABB0F2A8}"/>
    <dgm:cxn modelId="{0710629B-1E4F-47C7-A8B3-76C69A78A07A}" type="presOf" srcId="{B6C8B5DF-6CA4-4BE6-9CE5-FFBD8F3E654E}" destId="{FF3928EE-1DF4-49D6-9E30-CD31F538BD8D}" srcOrd="0" destOrd="0" presId="urn:microsoft.com/office/officeart/2005/8/layout/vList2"/>
    <dgm:cxn modelId="{60077B9E-ECD8-4E7B-89B3-8FE361D3459F}" srcId="{FCD2DAF3-14BB-4509-8C5A-0C62317B23C3}" destId="{B6C8B5DF-6CA4-4BE6-9CE5-FFBD8F3E654E}" srcOrd="3" destOrd="0" parTransId="{E1AF9D24-7DEA-4887-8F2E-7C5C3EBDD0E0}" sibTransId="{CD986875-F9E8-430B-8157-EE7985AD32C1}"/>
    <dgm:cxn modelId="{02E388B1-A4CB-4CEB-B8B8-A1C0D78223DA}" type="presOf" srcId="{6A1AAA2E-8243-4028-91EF-D207B4FF4FCA}" destId="{7C9C6AA5-C6BB-4B05-8F46-5563FF55B134}" srcOrd="0" destOrd="0" presId="urn:microsoft.com/office/officeart/2005/8/layout/vList2"/>
    <dgm:cxn modelId="{DB6F09D5-CD45-4585-BED0-FC09E6651D75}" type="presOf" srcId="{ACB2636D-E3C4-4416-97CB-D7B567A9F0C8}" destId="{E9657747-1B7E-47EE-9111-C1CF7C878D00}" srcOrd="0" destOrd="0" presId="urn:microsoft.com/office/officeart/2005/8/layout/vList2"/>
    <dgm:cxn modelId="{AF9E1FEE-6053-4A3F-A5D3-E0F3CA954933}" type="presOf" srcId="{F1E2B785-8E62-4360-9C83-EEDA2F45C5E5}" destId="{B79D3B22-A636-4759-9157-0629D6780595}" srcOrd="0" destOrd="0" presId="urn:microsoft.com/office/officeart/2005/8/layout/vList2"/>
    <dgm:cxn modelId="{4D2C2916-E0B0-4D2D-B255-E7004B7FB966}" type="presParOf" srcId="{B697010F-B1A9-446D-B4A5-131EC12C4D26}" destId="{7C9C6AA5-C6BB-4B05-8F46-5563FF55B134}" srcOrd="0" destOrd="0" presId="urn:microsoft.com/office/officeart/2005/8/layout/vList2"/>
    <dgm:cxn modelId="{B1B5A740-38B6-41D0-B434-DAFA9C5C48A9}" type="presParOf" srcId="{B697010F-B1A9-446D-B4A5-131EC12C4D26}" destId="{394AD544-5135-475B-B8ED-0E69E8936CC5}" srcOrd="1" destOrd="0" presId="urn:microsoft.com/office/officeart/2005/8/layout/vList2"/>
    <dgm:cxn modelId="{5671AD5E-0378-44E4-B054-FD4D2B9383D9}" type="presParOf" srcId="{B697010F-B1A9-446D-B4A5-131EC12C4D26}" destId="{E9657747-1B7E-47EE-9111-C1CF7C878D00}" srcOrd="2" destOrd="0" presId="urn:microsoft.com/office/officeart/2005/8/layout/vList2"/>
    <dgm:cxn modelId="{02B123DB-88A6-4AB4-8F7D-4A631B1EAC57}" type="presParOf" srcId="{B697010F-B1A9-446D-B4A5-131EC12C4D26}" destId="{586C7E90-6473-43DC-B496-99145CDA5064}" srcOrd="3" destOrd="0" presId="urn:microsoft.com/office/officeart/2005/8/layout/vList2"/>
    <dgm:cxn modelId="{3DB26999-B5EC-4B0C-B435-4EB55729D538}" type="presParOf" srcId="{B697010F-B1A9-446D-B4A5-131EC12C4D26}" destId="{B79D3B22-A636-4759-9157-0629D6780595}" srcOrd="4" destOrd="0" presId="urn:microsoft.com/office/officeart/2005/8/layout/vList2"/>
    <dgm:cxn modelId="{2964C411-6A75-48F1-99AB-420A5E706D9F}" type="presParOf" srcId="{B697010F-B1A9-446D-B4A5-131EC12C4D26}" destId="{5C18A982-7906-4A1C-BC82-8F3567D318A8}" srcOrd="5" destOrd="0" presId="urn:microsoft.com/office/officeart/2005/8/layout/vList2"/>
    <dgm:cxn modelId="{A215CF97-C0F0-45F3-ABA1-6F10C582A2DE}" type="presParOf" srcId="{B697010F-B1A9-446D-B4A5-131EC12C4D26}" destId="{FF3928EE-1DF4-49D6-9E30-CD31F538BD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C0233-184D-4EE7-A26C-622A081F76AA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Создание</a:t>
          </a:r>
          <a:r>
            <a:rPr lang="en-US" sz="3400" kern="1200" dirty="0"/>
            <a:t> и </a:t>
          </a:r>
          <a:r>
            <a:rPr lang="en-US" sz="3400" kern="1200" dirty="0" err="1"/>
            <a:t>хранение</a:t>
          </a:r>
          <a:r>
            <a:rPr lang="en-US" sz="3400" kern="1200" dirty="0"/>
            <a:t> </a:t>
          </a:r>
          <a:r>
            <a:rPr lang="en-US" sz="3400" kern="1200" dirty="0" err="1"/>
            <a:t>ключей</a:t>
          </a:r>
          <a:endParaRPr lang="en-US" sz="3400" kern="1200" dirty="0"/>
        </a:p>
      </dsp:txBody>
      <dsp:txXfrm>
        <a:off x="429570" y="472"/>
        <a:ext cx="3346456" cy="2007873"/>
      </dsp:txXfrm>
    </dsp:sp>
    <dsp:sp modelId="{78F26945-FCD7-4417-AF5A-AE51807BA89E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Генерация</a:t>
          </a:r>
          <a:r>
            <a:rPr lang="en-US" sz="3400" kern="1200" dirty="0"/>
            <a:t> </a:t>
          </a:r>
          <a:r>
            <a:rPr lang="en-US" sz="3400" kern="1200" dirty="0" err="1"/>
            <a:t>сертификатов</a:t>
          </a:r>
          <a:endParaRPr lang="en-US" sz="3400" kern="1200" dirty="0"/>
        </a:p>
      </dsp:txBody>
      <dsp:txXfrm>
        <a:off x="4110672" y="472"/>
        <a:ext cx="3346456" cy="2007873"/>
      </dsp:txXfrm>
    </dsp:sp>
    <dsp:sp modelId="{F60B61B2-C4AB-4EB0-B8FC-CA4B09E31C8F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 </a:t>
          </a:r>
          <a:r>
            <a:rPr lang="en-US" sz="3400" kern="1200" dirty="0" err="1"/>
            <a:t>Импорт</a:t>
          </a:r>
          <a:r>
            <a:rPr lang="en-US" sz="3400" kern="1200" dirty="0"/>
            <a:t>/</a:t>
          </a:r>
          <a:r>
            <a:rPr lang="en-US" sz="3400" kern="1200" dirty="0" err="1"/>
            <a:t>экспорт</a:t>
          </a:r>
          <a:endParaRPr lang="en-US" sz="3400" kern="1200" dirty="0"/>
        </a:p>
      </dsp:txBody>
      <dsp:txXfrm>
        <a:off x="429570" y="2342991"/>
        <a:ext cx="3346456" cy="2007873"/>
      </dsp:txXfrm>
    </dsp:sp>
    <dsp:sp modelId="{EFC54974-A736-4C65-A313-9A8249F2C364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Настройка</a:t>
          </a:r>
          <a:r>
            <a:rPr lang="en-US" sz="3400" kern="1200" dirty="0"/>
            <a:t> HTTPS</a:t>
          </a:r>
        </a:p>
      </dsp:txBody>
      <dsp:txXfrm>
        <a:off x="4110672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40301-AE2E-4D47-BDE7-C7FACAE54DAC}">
      <dsp:nvSpPr>
        <dsp:cNvPr id="0" name=""/>
        <dsp:cNvSpPr/>
      </dsp:nvSpPr>
      <dsp:spPr>
        <a:xfrm>
          <a:off x="0" y="250995"/>
          <a:ext cx="5175384" cy="21879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Файл, содержащий:</a:t>
          </a:r>
        </a:p>
      </dsp:txBody>
      <dsp:txXfrm>
        <a:off x="106804" y="357799"/>
        <a:ext cx="4961776" cy="1974292"/>
      </dsp:txXfrm>
    </dsp:sp>
    <dsp:sp modelId="{6D7C7CCF-5E24-4234-81FA-92017AC6C4C2}">
      <dsp:nvSpPr>
        <dsp:cNvPr id="0" name=""/>
        <dsp:cNvSpPr/>
      </dsp:nvSpPr>
      <dsp:spPr>
        <a:xfrm>
          <a:off x="0" y="2438895"/>
          <a:ext cx="5175384" cy="284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69850" rIns="391160" bIns="69850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- приватные ключи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- сертификаты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- цепочки доверия</a:t>
          </a:r>
        </a:p>
      </dsp:txBody>
      <dsp:txXfrm>
        <a:off x="0" y="2438895"/>
        <a:ext cx="5175384" cy="2846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9A868-DCB8-48DC-B4BA-85E36A964865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Подпись JAR-файлов</a:t>
          </a:r>
        </a:p>
      </dsp:txBody>
      <dsp:txXfrm>
        <a:off x="2574876" y="53310"/>
        <a:ext cx="2736946" cy="945199"/>
      </dsp:txXfrm>
    </dsp:sp>
    <dsp:sp modelId="{9BA99174-3739-471C-8066-B8CE3DF1ABBE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Настройка HTTPS</a:t>
          </a:r>
        </a:p>
      </dsp:txBody>
      <dsp:txXfrm>
        <a:off x="2574876" y="1153149"/>
        <a:ext cx="2736946" cy="945199"/>
      </dsp:txXfrm>
    </dsp:sp>
    <dsp:sp modelId="{84246854-85EC-4461-8AF8-31D6A7E66C7B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SSL/TLS</a:t>
          </a:r>
        </a:p>
      </dsp:txBody>
      <dsp:txXfrm>
        <a:off x="2574876" y="2252988"/>
        <a:ext cx="2736946" cy="945199"/>
      </dsp:txXfrm>
    </dsp:sp>
    <dsp:sp modelId="{D721A50C-93C5-4A89-B561-BE88C4FBCF8E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Android Keystore</a:t>
          </a:r>
        </a:p>
      </dsp:txBody>
      <dsp:txXfrm>
        <a:off x="2574876" y="3352827"/>
        <a:ext cx="2736946" cy="9451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C6AA5-C6BB-4B05-8F46-5563FF55B134}">
      <dsp:nvSpPr>
        <dsp:cNvPr id="0" name=""/>
        <dsp:cNvSpPr/>
      </dsp:nvSpPr>
      <dsp:spPr>
        <a:xfrm>
          <a:off x="0" y="31779"/>
          <a:ext cx="7886700" cy="98338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Используйте RSA 2048+</a:t>
          </a:r>
        </a:p>
      </dsp:txBody>
      <dsp:txXfrm>
        <a:off x="48005" y="79784"/>
        <a:ext cx="7790690" cy="887374"/>
      </dsp:txXfrm>
    </dsp:sp>
    <dsp:sp modelId="{E9657747-1B7E-47EE-9111-C1CF7C878D00}">
      <dsp:nvSpPr>
        <dsp:cNvPr id="0" name=""/>
        <dsp:cNvSpPr/>
      </dsp:nvSpPr>
      <dsp:spPr>
        <a:xfrm>
          <a:off x="0" y="1133244"/>
          <a:ext cx="7886700" cy="98338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Меняйте пароли</a:t>
          </a:r>
        </a:p>
      </dsp:txBody>
      <dsp:txXfrm>
        <a:off x="48005" y="1181249"/>
        <a:ext cx="7790690" cy="887374"/>
      </dsp:txXfrm>
    </dsp:sp>
    <dsp:sp modelId="{B79D3B22-A636-4759-9157-0629D6780595}">
      <dsp:nvSpPr>
        <dsp:cNvPr id="0" name=""/>
        <dsp:cNvSpPr/>
      </dsp:nvSpPr>
      <dsp:spPr>
        <a:xfrm>
          <a:off x="0" y="2234709"/>
          <a:ext cx="7886700" cy="98338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Не храните .jks в репозитории</a:t>
          </a:r>
        </a:p>
      </dsp:txBody>
      <dsp:txXfrm>
        <a:off x="48005" y="2282714"/>
        <a:ext cx="7790690" cy="887374"/>
      </dsp:txXfrm>
    </dsp:sp>
    <dsp:sp modelId="{FF3928EE-1DF4-49D6-9E30-CD31F538BD8D}">
      <dsp:nvSpPr>
        <dsp:cNvPr id="0" name=""/>
        <dsp:cNvSpPr/>
      </dsp:nvSpPr>
      <dsp:spPr>
        <a:xfrm>
          <a:off x="0" y="3336174"/>
          <a:ext cx="7886700" cy="98338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Используйте PKCS12</a:t>
          </a:r>
        </a:p>
      </dsp:txBody>
      <dsp:txXfrm>
        <a:off x="48005" y="3384179"/>
        <a:ext cx="77906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51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Сегодня расскажем, что такое keytool, зачем он нужен и как с ним работать.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keytool используется для генерации и управления хранилищем ключей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JKS защищён паролем и используется для хранения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keytool используется везде, где нужна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Команда для проверки 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Создаём пару ключей RSA и новое хранилище.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Показывает список ключей и сертификатов.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Сохраняем публичный сертификат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Импортируем сертификат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Удаляем сертификат по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Показывает информацию о сертификате.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Меняем пароль хранилища.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 загрузки ключа из keystore в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Настройка HTTPS в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Подписываем JAR-файл.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Проверяем цифровую подпись 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Советы по повышению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Основные выводы по работе с keytool.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Завершающий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2362"/>
            <a:ext cx="4711446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Работа с keytool в Java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946085" y="1232452"/>
            <a:ext cx="24003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Горбачев Алексей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Дмитриевич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Малышев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Дмитрий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Викторович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5030102/30201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6D5AAF8-B310-4ED1-AF6B-8970A91EE0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925" r="6074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/>
              <a:t>Зачем нужен </a:t>
            </a:r>
            <a:r>
              <a:rPr lang="en-US"/>
              <a:t>keytool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8419D-2D1A-6547-7C89-E0CC6E22E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15021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Java Keystore (JKS)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3A1395-E0B5-539A-E36B-CF85BD188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66899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293314A-03CF-8A46-C3D3-979557584B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7777" r="222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/>
              <a:t>Где используется </a:t>
            </a:r>
            <a:r>
              <a:rPr lang="en-US"/>
              <a:t>keytool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B8C3FF-30EF-3098-9285-624D35082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36420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/>
              <a:t>Проверим наличие </a:t>
            </a:r>
            <a:r>
              <a:rPr lang="en-US" sz="3600"/>
              <a:t>keytool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endParaRPr lang="ru-RU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/>
              <a:t>keytool</a:t>
            </a:r>
            <a:r>
              <a:rPr lang="en-US" sz="1900" dirty="0"/>
              <a:t> -help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14A038-96FE-CF65-21C3-BC35806F8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22" y="1558524"/>
            <a:ext cx="5177790" cy="3740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Создание нового хранилища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keytool</a:t>
            </a:r>
            <a:r>
              <a:rPr lang="en-US" sz="1900" dirty="0"/>
              <a:t> -</a:t>
            </a:r>
            <a:r>
              <a:rPr lang="en-US" sz="1900" dirty="0" err="1"/>
              <a:t>genkeypair</a:t>
            </a:r>
            <a:r>
              <a:rPr lang="en-US" sz="1900" dirty="0"/>
              <a:t> -alias </a:t>
            </a:r>
            <a:r>
              <a:rPr lang="en-US" sz="1900" dirty="0" err="1"/>
              <a:t>mykey</a:t>
            </a:r>
            <a:r>
              <a:rPr lang="en-US" sz="1900" dirty="0"/>
              <a:t> -</a:t>
            </a:r>
            <a:r>
              <a:rPr lang="en-US" sz="1900" dirty="0" err="1"/>
              <a:t>keyalg</a:t>
            </a:r>
            <a:r>
              <a:rPr lang="en-US" sz="1900" dirty="0"/>
              <a:t> RSA -keystore </a:t>
            </a:r>
            <a:r>
              <a:rPr lang="en-US" sz="1900" dirty="0" err="1"/>
              <a:t>mykeystore.jks</a:t>
            </a:r>
            <a:r>
              <a:rPr lang="en-US" sz="1900" dirty="0"/>
              <a:t> -</a:t>
            </a:r>
            <a:r>
              <a:rPr lang="en-US" sz="1900" dirty="0" err="1"/>
              <a:t>keysize</a:t>
            </a:r>
            <a:r>
              <a:rPr lang="en-US" sz="1900" dirty="0"/>
              <a:t> 2048 -validity 365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0EC6AB-6AD7-97FC-6140-9E2EA8370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" y="3274283"/>
            <a:ext cx="9144000" cy="7929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BF3DCD-800B-4149-1AC2-66D858AD1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80580"/>
            <a:ext cx="9144000" cy="480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900"/>
              <a:t>Просмотр содержимого </a:t>
            </a:r>
            <a:r>
              <a:rPr lang="en-US" sz="2900"/>
              <a:t>Keystore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/>
              <a:t>keytool</a:t>
            </a:r>
            <a:r>
              <a:rPr lang="en-US" sz="1900" dirty="0"/>
              <a:t> -list -v -keystore </a:t>
            </a:r>
            <a:r>
              <a:rPr lang="en-US" sz="1900"/>
              <a:t>mykeystore.jks</a:t>
            </a:r>
            <a:endParaRPr lang="en-US" sz="19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E25B76-F1F1-FFC9-7851-AAC8FA16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879647"/>
            <a:ext cx="6036661" cy="3410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300"/>
              <a:t>Экспорт публичного сертификата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keytool</a:t>
            </a:r>
            <a:r>
              <a:rPr lang="en-US" sz="1900" dirty="0"/>
              <a:t> -export -alias </a:t>
            </a:r>
            <a:r>
              <a:rPr lang="en-US" sz="1900" dirty="0" err="1"/>
              <a:t>mykey</a:t>
            </a:r>
            <a:r>
              <a:rPr lang="en-US" sz="1900" dirty="0"/>
              <a:t> -file mycert.cer -keystore </a:t>
            </a:r>
            <a:r>
              <a:rPr lang="en-US" sz="1900" dirty="0" err="1"/>
              <a:t>mykeystore.jks</a:t>
            </a:r>
            <a:endParaRPr lang="en-US" sz="19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A6D8BA-C80A-5FBA-2012-91F8A8368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25" y="3506685"/>
            <a:ext cx="9144000" cy="961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Импорт сертификата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/>
              <a:t>keytool -import -trustcacerts -alias server -file server.cer -keystore mykeystore.jks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4210EC-5A50-6B2E-1163-82256D11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" y="3402531"/>
            <a:ext cx="9144000" cy="744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Удаление записи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/>
              <a:t>keytool -delete -alias server -keystore mykeystore.jks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FE8DB6-0399-04CE-B4D4-E84F1B3A4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7" y="2933631"/>
            <a:ext cx="8316486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300"/>
              <a:t>Проверка сертификата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/>
              <a:t>keytool</a:t>
            </a:r>
            <a:r>
              <a:rPr lang="en-US" sz="1900" dirty="0"/>
              <a:t> -</a:t>
            </a:r>
            <a:r>
              <a:rPr lang="en-US" sz="1900"/>
              <a:t>printcert</a:t>
            </a:r>
            <a:r>
              <a:rPr lang="en-US" sz="1900" dirty="0"/>
              <a:t> -file mycert.cer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2B6F1B-D07E-0DA5-9055-116B807AA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722" y="2490525"/>
            <a:ext cx="5177790" cy="18769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Изменение пароля </a:t>
            </a:r>
            <a:r>
              <a:rPr lang="en-US" sz="4700"/>
              <a:t>Keystore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keytool</a:t>
            </a:r>
            <a:r>
              <a:rPr lang="en-US" sz="1900" dirty="0"/>
              <a:t> -</a:t>
            </a:r>
            <a:r>
              <a:rPr lang="en-US" sz="1900" dirty="0" err="1"/>
              <a:t>storepasswd</a:t>
            </a:r>
            <a:r>
              <a:rPr lang="en-US" sz="1900" dirty="0"/>
              <a:t> -keystore </a:t>
            </a:r>
            <a:r>
              <a:rPr lang="en-US" sz="1900" dirty="0" err="1"/>
              <a:t>mykeystore.jks</a:t>
            </a:r>
            <a:endParaRPr lang="en-US" sz="19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D9E332-D73E-99C3-1244-39F71A702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78" y="3128698"/>
            <a:ext cx="8373644" cy="22863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Использование в </a:t>
            </a:r>
            <a:r>
              <a:rPr lang="en-US" sz="4700"/>
              <a:t>Java-</a:t>
            </a:r>
            <a:r>
              <a:rPr lang="ru-RU" sz="4700"/>
              <a:t>коде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/>
              <a:t>KeyStore </a:t>
            </a:r>
            <a:r>
              <a:rPr lang="en-US" sz="1900" dirty="0" err="1"/>
              <a:t>ks</a:t>
            </a:r>
            <a:r>
              <a:rPr lang="en-US" sz="1900" dirty="0"/>
              <a:t> = </a:t>
            </a:r>
            <a:r>
              <a:rPr lang="en-US" sz="1900" dirty="0" err="1"/>
              <a:t>KeyStore.getInstance</a:t>
            </a:r>
            <a:r>
              <a:rPr lang="en-US" sz="1900" dirty="0"/>
              <a:t>("JKS");</a:t>
            </a:r>
            <a:br>
              <a:rPr lang="en-US" sz="1900" dirty="0"/>
            </a:br>
            <a:r>
              <a:rPr lang="en-US" sz="1900" dirty="0"/>
              <a:t>try (</a:t>
            </a:r>
            <a:r>
              <a:rPr lang="en-US" sz="1900" dirty="0" err="1"/>
              <a:t>FileInputStream</a:t>
            </a:r>
            <a:r>
              <a:rPr lang="en-US" sz="1900" dirty="0"/>
              <a:t> </a:t>
            </a:r>
            <a:r>
              <a:rPr lang="en-US" sz="1900" dirty="0" err="1"/>
              <a:t>fis</a:t>
            </a:r>
            <a:r>
              <a:rPr lang="en-US" sz="1900" dirty="0"/>
              <a:t> = new </a:t>
            </a:r>
            <a:r>
              <a:rPr lang="en-US" sz="1900" dirty="0" err="1"/>
              <a:t>FileInputStream</a:t>
            </a:r>
            <a:r>
              <a:rPr lang="en-US" sz="1900" dirty="0"/>
              <a:t>("</a:t>
            </a:r>
            <a:r>
              <a:rPr lang="en-US" sz="1900" dirty="0" err="1"/>
              <a:t>mykeystore.jks</a:t>
            </a:r>
            <a:r>
              <a:rPr lang="en-US" sz="1900" dirty="0"/>
              <a:t>")) {</a:t>
            </a:r>
            <a:br>
              <a:rPr lang="en-US" sz="1900" dirty="0"/>
            </a:br>
            <a:r>
              <a:rPr lang="en-US" sz="1900" dirty="0"/>
              <a:t>    </a:t>
            </a:r>
            <a:r>
              <a:rPr lang="en-US" sz="1900" dirty="0" err="1"/>
              <a:t>ks.load</a:t>
            </a:r>
            <a:r>
              <a:rPr lang="en-US" sz="1900" dirty="0"/>
              <a:t>(</a:t>
            </a:r>
            <a:r>
              <a:rPr lang="en-US" sz="1900" dirty="0" err="1"/>
              <a:t>fis</a:t>
            </a:r>
            <a:r>
              <a:rPr lang="en-US" sz="1900" dirty="0"/>
              <a:t>, "password".</a:t>
            </a:r>
            <a:r>
              <a:rPr lang="en-US" sz="1900" dirty="0" err="1"/>
              <a:t>toCharArray</a:t>
            </a:r>
            <a:r>
              <a:rPr lang="en-US" sz="1900" dirty="0"/>
              <a:t>());</a:t>
            </a:r>
            <a:br>
              <a:rPr lang="en-US" sz="1900" dirty="0"/>
            </a:br>
            <a:r>
              <a:rPr lang="en-US" sz="1900" dirty="0"/>
              <a:t>}</a:t>
            </a:r>
            <a:br>
              <a:rPr lang="en-US" sz="1900" dirty="0"/>
            </a:br>
            <a:r>
              <a:rPr lang="en-US" sz="1900" dirty="0" err="1"/>
              <a:t>PrivateKey</a:t>
            </a:r>
            <a:r>
              <a:rPr lang="en-US" sz="1900" dirty="0"/>
              <a:t> key = (</a:t>
            </a:r>
            <a:r>
              <a:rPr lang="en-US" sz="1900" dirty="0" err="1"/>
              <a:t>PrivateKey</a:t>
            </a:r>
            <a:r>
              <a:rPr lang="en-US" sz="1900" dirty="0"/>
              <a:t>) </a:t>
            </a:r>
            <a:r>
              <a:rPr lang="en-US" sz="1900" dirty="0" err="1"/>
              <a:t>ks.getKey</a:t>
            </a:r>
            <a:r>
              <a:rPr lang="en-US" sz="1900" dirty="0"/>
              <a:t>("</a:t>
            </a:r>
            <a:r>
              <a:rPr lang="en-US" sz="1900" dirty="0" err="1"/>
              <a:t>mykey</a:t>
            </a:r>
            <a:r>
              <a:rPr lang="en-US" sz="1900" dirty="0"/>
              <a:t>", "password".</a:t>
            </a:r>
            <a:r>
              <a:rPr lang="en-US" sz="1900" dirty="0" err="1"/>
              <a:t>toCharArray</a:t>
            </a:r>
            <a:r>
              <a:rPr lang="en-US" sz="1900" dirty="0"/>
              <a:t>());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Spring Boot + HTTPS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server.ssl.key</a:t>
            </a:r>
            <a:r>
              <a:rPr lang="en-US" sz="1900" dirty="0"/>
              <a:t>-store=</a:t>
            </a:r>
            <a:r>
              <a:rPr lang="en-US" sz="1900" dirty="0" err="1"/>
              <a:t>classpath:mykeystore.jks</a:t>
            </a:r>
            <a:br>
              <a:rPr lang="en-US" sz="1900" dirty="0"/>
            </a:br>
            <a:r>
              <a:rPr lang="en-US" sz="1900" dirty="0" err="1"/>
              <a:t>server.ssl.key</a:t>
            </a:r>
            <a:r>
              <a:rPr lang="en-US" sz="1900" dirty="0"/>
              <a:t>-store-password=password</a:t>
            </a:r>
            <a:br>
              <a:rPr lang="en-US" sz="1900" dirty="0"/>
            </a:br>
            <a:r>
              <a:rPr lang="en-US" sz="1900" dirty="0" err="1"/>
              <a:t>server.ssl.key</a:t>
            </a:r>
            <a:r>
              <a:rPr lang="en-US" sz="1900" dirty="0"/>
              <a:t>-alias=</a:t>
            </a:r>
            <a:r>
              <a:rPr lang="en-US" sz="1900" dirty="0" err="1"/>
              <a:t>mykey</a:t>
            </a:r>
            <a:br>
              <a:rPr lang="en-US" sz="1900" dirty="0"/>
            </a:br>
            <a:r>
              <a:rPr lang="en-US" sz="1900" dirty="0" err="1"/>
              <a:t>server.port</a:t>
            </a:r>
            <a:r>
              <a:rPr lang="en-US" sz="1900" dirty="0"/>
              <a:t>=8443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Подпись </a:t>
            </a:r>
            <a:r>
              <a:rPr lang="en-US" sz="4700"/>
              <a:t>JAR-</a:t>
            </a:r>
            <a:r>
              <a:rPr lang="ru-RU" sz="4700"/>
              <a:t>файла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jarsigner</a:t>
            </a:r>
            <a:r>
              <a:rPr lang="en-US" sz="1900" dirty="0"/>
              <a:t> -keystore </a:t>
            </a:r>
            <a:r>
              <a:rPr lang="en-US" sz="1900" dirty="0" err="1"/>
              <a:t>mykeystore.jks</a:t>
            </a:r>
            <a:r>
              <a:rPr lang="en-US" sz="1900" dirty="0"/>
              <a:t> myapp.jar </a:t>
            </a:r>
            <a:r>
              <a:rPr lang="en-US" sz="1900" dirty="0" err="1"/>
              <a:t>mykey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ru-RU" sz="4700"/>
              <a:t>Проверка подписи </a:t>
            </a:r>
            <a:r>
              <a:rPr lang="en-US" sz="4700"/>
              <a:t>JAR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pPr marL="0" indent="0">
              <a:buNone/>
              <a:defRPr sz="1800">
                <a:solidFill>
                  <a:srgbClr val="005000"/>
                </a:solidFill>
                <a:latin typeface="Consolas"/>
              </a:defRPr>
            </a:pPr>
            <a:r>
              <a:rPr lang="en-US" sz="1900" dirty="0" err="1"/>
              <a:t>jarsigner</a:t>
            </a:r>
            <a:r>
              <a:rPr lang="en-US" sz="1900" dirty="0"/>
              <a:t> -verify -verbose -certs myapp.jar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83AF3B-6C40-EAF2-BF6D-E9589D35834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8812" r="20188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Рекомендации по безопасности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63B451-44C2-DA14-CDE4-401925063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86373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keytool входит в JDK</a:t>
            </a:r>
          </a:p>
          <a:p>
            <a:r>
              <a:t>• Управляет сертификатами и ключами</a:t>
            </a:r>
          </a:p>
          <a:p>
            <a:r>
              <a:t>• Используется для SSL и подписи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465</Words>
  <Application>Microsoft Office PowerPoint</Application>
  <PresentationFormat>Экран (4:3)</PresentationFormat>
  <Paragraphs>85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Работа с keytool в Java</vt:lpstr>
      <vt:lpstr>Зачем нужен keytool</vt:lpstr>
      <vt:lpstr>Java Keystore (JKS)</vt:lpstr>
      <vt:lpstr>Где используется keytool</vt:lpstr>
      <vt:lpstr>Проверим наличие keytool</vt:lpstr>
      <vt:lpstr>Создание нового хранилища</vt:lpstr>
      <vt:lpstr>Просмотр содержимого Keystore</vt:lpstr>
      <vt:lpstr>Экспорт публичного сертификата</vt:lpstr>
      <vt:lpstr>Импорт сертификата</vt:lpstr>
      <vt:lpstr>Удаление записи</vt:lpstr>
      <vt:lpstr>Проверка сертификата</vt:lpstr>
      <vt:lpstr>Изменение пароля Keystore</vt:lpstr>
      <vt:lpstr>Использование в Java-коде</vt:lpstr>
      <vt:lpstr>Spring Boot + HTTPS</vt:lpstr>
      <vt:lpstr>Подпись JAR-файла</vt:lpstr>
      <vt:lpstr>Проверка подписи JAR</vt:lpstr>
      <vt:lpstr>Рекомендации по безопасности</vt:lpstr>
      <vt:lpstr>Итоги</vt:lpstr>
      <vt:lpstr>Вопросы?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Алексей Горбачев</cp:lastModifiedBy>
  <cp:revision>4</cp:revision>
  <dcterms:created xsi:type="dcterms:W3CDTF">2013-01-27T09:14:16Z</dcterms:created>
  <dcterms:modified xsi:type="dcterms:W3CDTF">2025-11-22T00:00:13Z</dcterms:modified>
  <cp:category/>
</cp:coreProperties>
</file>